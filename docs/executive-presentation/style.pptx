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8"/>
  </p:notesMasterIdLst>
  <p:handoutMasterIdLst>
    <p:handoutMasterId r:id="rId9"/>
  </p:handoutMasterIdLst>
  <p:sldIdLst>
    <p:sldId id="1615" r:id="rId4"/>
    <p:sldId id="1619" r:id="rId5"/>
    <p:sldId id="1639" r:id="rId6"/>
    <p:sldId id="438" r:id="rId7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2547"/>
    <a:srgbClr val="DCEAF7"/>
    <a:srgbClr val="FCFCFC"/>
    <a:srgbClr val="EFB39D"/>
    <a:srgbClr val="FF7E51"/>
    <a:srgbClr val="FEFEFE"/>
    <a:srgbClr val="DAED93"/>
    <a:srgbClr val="FFFFFF"/>
    <a:srgbClr val="FF7F51"/>
    <a:srgbClr val="E63A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AED"/>
          </a:solidFill>
        </a:fill>
      </a:tcStyle>
    </a:wholeTbl>
    <a:band1H>
      <a:tcStyle>
        <a:tcBdr/>
        <a:fill>
          <a:solidFill>
            <a:srgbClr val="CCD2D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CD2D8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156082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15608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822" autoAdjust="0"/>
  </p:normalViewPr>
  <p:slideViewPr>
    <p:cSldViewPr snapToGrid="0">
      <p:cViewPr varScale="1">
        <p:scale>
          <a:sx n="113" d="100"/>
          <a:sy n="113" d="100"/>
        </p:scale>
        <p:origin x="51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tags" Target="tags/tag1.xml"/><Relationship Id="rId4" Type="http://schemas.openxmlformats.org/officeDocument/2006/relationships/slide" Target="slides/slide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5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8BE919-BD82-B529-2A29-602FD3CB06AC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779761-0F4F-F2E1-91BA-D8A8CD496BCD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F14EE6D-D89E-4C68-8022-388AEBD25B50}" type="datetime1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1/20/2026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54AD7A-0F58-D93B-20A7-38E81746F40C}"/>
              </a:ext>
            </a:extLst>
          </p:cNvPr>
          <p:cNvSpPr txBox="1">
            <a:spLocks noGrp="1"/>
          </p:cNvSpPr>
          <p:nvPr>
            <p:ph type="ftr" sz="quarter" idx="2"/>
            <p:custDataLst>
              <p:tags r:id="rId2"/>
            </p:custDataLst>
          </p:nvPr>
        </p:nvSpPr>
        <p:spPr>
          <a:xfrm>
            <a:off x="0" y="8685208"/>
            <a:ext cx="68580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strike="noStrike" kern="1200" cap="none" spc="0" baseline="0">
                <a:solidFill>
                  <a:srgbClr val="AEC90B"/>
                </a:solidFill>
                <a:uFillTx/>
                <a:latin typeface="Segoe UI" pitchFamily="34"/>
              </a:rPr>
              <a:t>Public | </a:t>
            </a:r>
            <a:r>
              <a:rPr lang="ar-SA" sz="800" strike="noStrike" kern="1200" cap="none" spc="0" baseline="0">
                <a:solidFill>
                  <a:srgbClr val="AEC90B"/>
                </a:solidFill>
                <a:uFillTx/>
                <a:latin typeface="Segoe UI" pitchFamily="34"/>
              </a:rPr>
              <a:t>عام</a:t>
            </a:r>
            <a:endParaRPr lang="en-US" sz="800" strike="noStrike" kern="1200" cap="none" spc="0" baseline="0">
              <a:solidFill>
                <a:srgbClr val="AEC90B"/>
              </a:solidFill>
              <a:uFillTx/>
              <a:latin typeface="Segoe UI" pitchFamily="3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413E0D-978C-E5FC-ABA0-EEBDF754042B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EBCCF04-594E-40B2-8D18-9D7327106E16}" type="slidenum">
              <a:t>‹#›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84315737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4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3E0FDB1-D5E5-3E5E-F114-F1B36B97615D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E705F3-0718-F6CB-00E9-05E205B122EE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03EA8563-EA2E-4A18-A8EB-8A5D9B80440E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D30D252-6A59-3E6C-2B42-9A604A4706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52DE178-0320-3A09-134A-AFE4EC370380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1EFDF-3115-B607-569E-72C0BDD21F5F}"/>
              </a:ext>
            </a:extLst>
          </p:cNvPr>
          <p:cNvSpPr txBox="1">
            <a:spLocks noGrp="1"/>
          </p:cNvSpPr>
          <p:nvPr>
            <p:ph type="ftr" sz="quarter" idx="4"/>
            <p:custDataLst>
              <p:tags r:id="rId2"/>
            </p:custDataLst>
          </p:nvPr>
        </p:nvSpPr>
        <p:spPr>
          <a:xfrm>
            <a:off x="0" y="8685208"/>
            <a:ext cx="68580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800" b="0" i="0" u="none" strike="noStrike" kern="1200" cap="none" spc="0" baseline="0">
                <a:solidFill>
                  <a:srgbClr val="AEC90B"/>
                </a:solidFill>
                <a:uFillTx/>
                <a:latin typeface="Segoe UI" pitchFamily="34"/>
              </a:defRPr>
            </a:lvl1pPr>
          </a:lstStyle>
          <a:p>
            <a:r>
              <a:rPr lang="en-US"/>
              <a:t>Public | </a:t>
            </a:r>
            <a:r>
              <a:rPr lang="ar-SA"/>
              <a:t>عام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FF6D2-3B61-86EB-30BD-383B1EBB8C9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D1AAD173-3A0C-49A6-93E2-50D7E923D4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16069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ACBED6-8782-61B2-8047-F051FB636D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D283E6-1556-C321-FC3B-570C9F50485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E06B3-42F0-900D-71BB-B2E500880C3D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0BB3209-B3EC-409B-9B88-9DE04921E55E}" type="slidenum">
              <a:t>1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Public | </a:t>
            </a:r>
            <a:r>
              <a:rPr lang="ar-SA"/>
              <a:t>عام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D1AAD173-3A0C-49A6-93E2-50D7E923D47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40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C1FE6-35E7-D204-5FC1-80F4FC7C6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4F6D49-A935-130B-08AE-1F64180EA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A3D2F6-B151-1973-CA7F-2BEF7F0843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1838BEE-B43D-DE6B-B31D-DDCA0739BA1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12625-972B-9903-65A7-18EA08924ED8}"/>
              </a:ext>
            </a:extLst>
          </p:cNvPr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Public | </a:t>
            </a:r>
            <a:r>
              <a:rPr lang="ar-SA"/>
              <a:t>عام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D8057-B797-E530-4E23-FC36A50088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D1AAD173-3A0C-49A6-93E2-50D7E923D47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176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660F35-E08A-2006-33BE-34989D8B15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379827-BF0B-765D-8B1D-25790BD7D13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AA7001F-969A-896D-1E3E-E311FDB16127}"/>
              </a:ext>
            </a:extLst>
          </p:cNvPr>
          <p:cNvSpPr txBox="1"/>
          <p:nvPr/>
        </p:nvSpPr>
        <p:spPr>
          <a:xfrm>
            <a:off x="0" y="0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C83DC-14AF-39B4-91D0-AD97BA5F3AFF}"/>
              </a:ext>
            </a:extLst>
          </p:cNvPr>
          <p:cNvSpPr txBox="1"/>
          <p:nvPr/>
        </p:nvSpPr>
        <p:spPr>
          <a:xfrm>
            <a:off x="0" y="8685208"/>
            <a:ext cx="68580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1200" cap="none" spc="0" baseline="0">
                <a:solidFill>
                  <a:srgbClr val="AEC90B"/>
                </a:solidFill>
                <a:uFillTx/>
                <a:latin typeface="Segoe UI" pitchFamily="34"/>
              </a:rPr>
              <a:t>Public | </a:t>
            </a:r>
            <a:r>
              <a:rPr lang="ar-SA" sz="800" b="0" i="0" u="none" strike="noStrike" kern="1200" cap="none" spc="0" baseline="0">
                <a:solidFill>
                  <a:srgbClr val="AEC90B"/>
                </a:solidFill>
                <a:uFillTx/>
                <a:latin typeface="Segoe UI" pitchFamily="34"/>
                <a:cs typeface="Arial" pitchFamily="34"/>
              </a:rPr>
              <a:t>عام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05B0C-7AFC-5C83-42D3-7AB3C47F454B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1DD9F5D-5A9C-4823-A148-1F25105360C7}" type="slidenum">
              <a:t>4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0734F-9310-9906-629F-07EF6FE0BF0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4C98DC-BF38-C48F-6471-521BD28F6F1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8F9FC-6A2E-FBA9-F860-A7C48662CDC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363373-53FC-485F-A860-C8E4B90C7781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C5CFC-0A9D-0710-BF63-6A97BB7E2CA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8AD20-B634-7434-F732-7EC6AFC6D9B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59F44E2-F2FB-41CB-8A1A-06BC1C99E61B}" type="slidenum">
              <a:t>‹#›</a:t>
            </a:fld>
            <a:endParaRPr lang="en-US"/>
          </a:p>
        </p:txBody>
      </p:sp>
      <p:sp>
        <p:nvSpPr>
          <p:cNvPr id="7" name="fcSlideMaster.Title SlideFooter" descr="Public | عام">
            <a:extLst>
              <a:ext uri="{FF2B5EF4-FFF2-40B4-BE49-F238E27FC236}">
                <a16:creationId xmlns:a16="http://schemas.microsoft.com/office/drawing/2014/main" id="{ACB37E11-2467-78E3-8E98-C4CAF8A3B624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491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4574B-9009-259C-4E6E-B4913A4F01B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EC22C-DED5-EEE7-11BD-95B48F3E37B3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90B-B830-B343-83BB-BC0647FF482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F40CC63-CECB-46B0-903E-C801B2429331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192C8-7A10-A28C-E262-A08999DE334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2BD3C-8D25-C774-A290-E0365A54F59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A4A3598-E534-4252-8DE6-8F1C063EA7ED}" type="slidenum">
              <a:t>‹#›</a:t>
            </a:fld>
            <a:endParaRPr lang="en-US"/>
          </a:p>
        </p:txBody>
      </p:sp>
      <p:sp>
        <p:nvSpPr>
          <p:cNvPr id="7" name="fcSlideMaster.Title and ContentFooter" descr="Public | عام">
            <a:extLst>
              <a:ext uri="{FF2B5EF4-FFF2-40B4-BE49-F238E27FC236}">
                <a16:creationId xmlns:a16="http://schemas.microsoft.com/office/drawing/2014/main" id="{C8BB5A6A-4DCE-43A2-D68B-9B7A73742FE0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659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05BB4-5978-6387-9967-36F5ED79AC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4531A-5A21-0C24-FED6-47E1E3A62A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1B150-8E2A-0920-8B12-DF5B44E180F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3EC85ED-67E4-40BB-9815-6FCB10AC8FC8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68D5E-B8CD-062A-6FB1-63D64337EE3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FACCC-9163-8028-561D-8F47B756ADD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3217FF1-5C07-4FB8-8086-0996BC6A3882}" type="slidenum">
              <a:t>‹#›</a:t>
            </a:fld>
            <a:endParaRPr lang="en-US"/>
          </a:p>
        </p:txBody>
      </p:sp>
      <p:sp>
        <p:nvSpPr>
          <p:cNvPr id="7" name="fcSlideMaster.Section HeaderFooter" descr="Public | عام">
            <a:extLst>
              <a:ext uri="{FF2B5EF4-FFF2-40B4-BE49-F238E27FC236}">
                <a16:creationId xmlns:a16="http://schemas.microsoft.com/office/drawing/2014/main" id="{CAE33891-CD58-FB00-795B-347F90034EB9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21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B9FA0-E873-C575-9F36-49CBCE536D7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30138-3B8B-5F85-532C-7504AC5FBE4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00A68E-F63E-3DBD-D050-92C345A5899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5C32C-596D-79D0-CAEA-CB0438163A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BA0960F-C397-4F30-A8D8-9A6685483F1F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97F9A-BFE2-D6B4-44B9-0DBA5C6431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36782-612B-FE79-517D-CB3511DB1E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F7710FA-4B1F-4615-BE62-CB1D5923C536}" type="slidenum">
              <a:t>‹#›</a:t>
            </a:fld>
            <a:endParaRPr lang="en-US"/>
          </a:p>
        </p:txBody>
      </p:sp>
      <p:sp>
        <p:nvSpPr>
          <p:cNvPr id="8" name="fcSlideMaster.Two ContentFooter" descr="Public | عام">
            <a:extLst>
              <a:ext uri="{FF2B5EF4-FFF2-40B4-BE49-F238E27FC236}">
                <a16:creationId xmlns:a16="http://schemas.microsoft.com/office/drawing/2014/main" id="{84F0F7EE-D5DF-5979-63AC-3EE924AF5F70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224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21A7-855B-6347-A6D1-881544E8AE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EA1C4-D838-8A53-6985-3843FA6F51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33D3D-122F-AC64-98B9-AB086A39DF2D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7F4190-8551-4989-99E6-61B3907A401C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37F947-6039-883D-1B8A-995616D59F2C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25B0AC-7A1D-655E-9AF3-13A805DC473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731D093-53BE-41E5-ACC1-374360374FE0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6F7213-701B-0B1F-A16D-8FBB6591546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BA921-EA17-839B-8F93-173844D9240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E8D3168-1241-4218-9206-B1FB6C57468B}" type="slidenum">
              <a:t>‹#›</a:t>
            </a:fld>
            <a:endParaRPr lang="en-US"/>
          </a:p>
        </p:txBody>
      </p:sp>
      <p:sp>
        <p:nvSpPr>
          <p:cNvPr id="10" name="fcSlideMaster.ComparisonFooter" descr="Public | عام">
            <a:extLst>
              <a:ext uri="{FF2B5EF4-FFF2-40B4-BE49-F238E27FC236}">
                <a16:creationId xmlns:a16="http://schemas.microsoft.com/office/drawing/2014/main" id="{A6D9751C-3D4D-EBBF-0052-2368BAC30387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926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F9BB7-3562-E0BE-60F0-6F79C5C1BE2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D746F0-120E-2383-D73F-E121C9CBA90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AAF2B36-D16B-4729-A79E-31563B9CEB52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BD6C6A-22FA-7D16-9778-78BD654D88E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995780-51E7-68C0-9D11-B4C26DA00B4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DC18B24-DCB9-4EC6-8A16-2E90514DD557}" type="slidenum">
              <a:t>‹#›</a:t>
            </a:fld>
            <a:endParaRPr lang="en-US"/>
          </a:p>
        </p:txBody>
      </p:sp>
      <p:sp>
        <p:nvSpPr>
          <p:cNvPr id="6" name="fcSlideMaster.Title OnlyFooter" descr="Public | عام">
            <a:extLst>
              <a:ext uri="{FF2B5EF4-FFF2-40B4-BE49-F238E27FC236}">
                <a16:creationId xmlns:a16="http://schemas.microsoft.com/office/drawing/2014/main" id="{9C80E34E-E608-E6A5-9A73-7EDF7960FA34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826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CB4F7F-3621-3AC9-E6D8-723C4C173C5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BE3ABBC-7227-41D4-B0F1-758A7746F0B4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E1BFD-9F94-7583-0F69-5A209F10E567}"/>
              </a:ext>
            </a:extLst>
          </p:cNvPr>
          <p:cNvSpPr txBox="1">
            <a:spLocks noGrp="1"/>
          </p:cNvSpPr>
          <p:nvPr>
            <p:ph type="ftr" sz="quarter" idx="9"/>
            <p:custDataLst>
              <p:tags r:id="rId1"/>
            </p:custDataLst>
          </p:nvPr>
        </p:nvSpPr>
        <p:spPr/>
        <p:txBody>
          <a:bodyPr/>
          <a:lstStyle>
            <a:lvl1pPr>
              <a:defRPr b="0" i="0" u="none">
                <a:solidFill>
                  <a:srgbClr val="AEC90B"/>
                </a:solidFill>
              </a:defRPr>
            </a:lvl1pPr>
          </a:lstStyle>
          <a:p>
            <a:r>
              <a:rPr lang="en-US"/>
              <a:t>Public | </a:t>
            </a:r>
            <a:r>
              <a:rPr lang="ar-SA"/>
              <a:t>عام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7D729-F815-104B-C64E-C588AD3B756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61CCDB9-ACB6-4700-8CA0-CD1CD5D79831}" type="slidenum">
              <a:t>‹#›</a:t>
            </a:fld>
            <a:endParaRPr lang="en-US"/>
          </a:p>
        </p:txBody>
      </p:sp>
      <p:sp>
        <p:nvSpPr>
          <p:cNvPr id="5" name="fcSlideMaster.BlankFooter" descr="Public | عام">
            <a:extLst>
              <a:ext uri="{FF2B5EF4-FFF2-40B4-BE49-F238E27FC236}">
                <a16:creationId xmlns:a16="http://schemas.microsoft.com/office/drawing/2014/main" id="{455F4D63-ED29-E989-536B-3F85ADD03A89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77809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0F795-218B-B6F8-B2B6-E2E837E63E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32CC1-5FF6-878C-AEDA-CD69C799B05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D06783-6D53-E6B3-875E-00D3303D73E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C24E9-89BA-5F57-FC52-55D88FED04A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9C45D98-161E-452F-A128-1B0D82B411C9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94B06-B11D-0BBD-FD4D-B9CE3242AFC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CAC84-33F7-C1DE-3CB1-8D60DCA5E1E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D213440-C755-44AD-BD89-7952778CA49D}" type="slidenum">
              <a:t>‹#›</a:t>
            </a:fld>
            <a:endParaRPr lang="en-US"/>
          </a:p>
        </p:txBody>
      </p:sp>
      <p:sp>
        <p:nvSpPr>
          <p:cNvPr id="8" name="fcSlideMaster.Content with CaptionFooter" descr="Public | عام">
            <a:extLst>
              <a:ext uri="{FF2B5EF4-FFF2-40B4-BE49-F238E27FC236}">
                <a16:creationId xmlns:a16="http://schemas.microsoft.com/office/drawing/2014/main" id="{351EFB57-F167-1A13-49DC-F0BA0C3F0B00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34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47C7B-86FF-9EF6-2CB1-A33D308DBE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474D6-5721-1365-9AD1-BDEAA06642EE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5883D2-9035-314A-0E33-A58CC638BEB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4634A-C44F-D03B-1A0F-7EF1B34EE19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8D2BC40-18D4-4422-ABB6-0ABDDE63B887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F27A5-E6D3-C320-68F1-061127007FC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175EF-20F3-7149-462C-C7B79E7BB18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28C91E9-FCB8-4B16-B61A-E5B2C0915A6A}" type="slidenum">
              <a:t>‹#›</a:t>
            </a:fld>
            <a:endParaRPr lang="en-US"/>
          </a:p>
        </p:txBody>
      </p:sp>
      <p:sp>
        <p:nvSpPr>
          <p:cNvPr id="8" name="fcSlideMaster.Picture with CaptionFooter" descr="Public | عام">
            <a:extLst>
              <a:ext uri="{FF2B5EF4-FFF2-40B4-BE49-F238E27FC236}">
                <a16:creationId xmlns:a16="http://schemas.microsoft.com/office/drawing/2014/main" id="{F7982A1A-2B21-75FB-582F-D9A084EFE6BB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989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4F2C5-C950-2A2B-65B5-577425EA95B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B03F09-2850-606A-69CB-3A22605A7A3A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0710-254F-737D-8D01-153653281F6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BD35BBA-E18D-4B20-9CAE-B4357392C20F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9E1A9-6EE0-A58C-DCFE-85A5D9E643B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982C3-43B4-F15D-1C85-E8FE5151728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4B5CC07-FCEB-4CCC-A308-2C162D5A554E}" type="slidenum">
              <a:t>‹#›</a:t>
            </a:fld>
            <a:endParaRPr lang="en-US"/>
          </a:p>
        </p:txBody>
      </p:sp>
      <p:sp>
        <p:nvSpPr>
          <p:cNvPr id="7" name="fcSlideMaster.Title and Vertical TextFooter" descr="Public | عام">
            <a:extLst>
              <a:ext uri="{FF2B5EF4-FFF2-40B4-BE49-F238E27FC236}">
                <a16:creationId xmlns:a16="http://schemas.microsoft.com/office/drawing/2014/main" id="{589BB17E-9519-C369-C322-9225FA9E3943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553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D0937A-8F9A-6D0F-7D67-C74A10E76C29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ED2555-00F2-0813-468F-BFB41823D2B1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3E69A-B698-C725-A29C-209757C18D8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693A77-2D54-4E99-BA32-D8135947A96E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4D65B-0A60-CD08-132E-0A0D20251F2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7854A-3500-29D3-67C0-A68B8DE4658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A6310A8-E7DA-4744-A3C2-3BB96AB44CAD}" type="slidenum">
              <a:t>‹#›</a:t>
            </a:fld>
            <a:endParaRPr lang="en-US"/>
          </a:p>
        </p:txBody>
      </p:sp>
      <p:sp>
        <p:nvSpPr>
          <p:cNvPr id="7" name="fcSlideMaster.Vertical Title and TextFooter" descr="Public | عام">
            <a:extLst>
              <a:ext uri="{FF2B5EF4-FFF2-40B4-BE49-F238E27FC236}">
                <a16:creationId xmlns:a16="http://schemas.microsoft.com/office/drawing/2014/main" id="{CFE8EB39-4FD2-A0E4-25DB-36B33570A23D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610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0 A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>
            <a:extLst>
              <a:ext uri="{FF2B5EF4-FFF2-40B4-BE49-F238E27FC236}">
                <a16:creationId xmlns:a16="http://schemas.microsoft.com/office/drawing/2014/main" id="{D080D2F6-BA26-CD17-54B0-8817C0A3A0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10">
            <a:extLst>
              <a:ext uri="{FF2B5EF4-FFF2-40B4-BE49-F238E27FC236}">
                <a16:creationId xmlns:a16="http://schemas.microsoft.com/office/drawing/2014/main" id="{689DDA44-8C90-E523-12BE-3B3FCCE8636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1185867" cy="685800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Graphic 11">
            <a:extLst>
              <a:ext uri="{FF2B5EF4-FFF2-40B4-BE49-F238E27FC236}">
                <a16:creationId xmlns:a16="http://schemas.microsoft.com/office/drawing/2014/main" id="{F716F226-A417-3DA7-FF12-ADC0690B00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373879" y="5619719"/>
            <a:ext cx="1407298" cy="8704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12">
            <a:extLst>
              <a:ext uri="{FF2B5EF4-FFF2-40B4-BE49-F238E27FC236}">
                <a16:creationId xmlns:a16="http://schemas.microsoft.com/office/drawing/2014/main" id="{ABC378CB-E01D-092D-07B7-04A932AD80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8765" y="368302"/>
            <a:ext cx="2642396" cy="57802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fcSlideMaster.Cover 20 ARAFooter" descr="Public | عام">
            <a:extLst>
              <a:ext uri="{FF2B5EF4-FFF2-40B4-BE49-F238E27FC236}">
                <a16:creationId xmlns:a16="http://schemas.microsoft.com/office/drawing/2014/main" id="{133F97A8-81C3-E4E7-6798-C9389D687A15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10686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y ARA B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910A9E4-7235-1582-C701-3D28EDB12F17}"/>
              </a:ext>
            </a:extLst>
          </p:cNvPr>
          <p:cNvSpPr/>
          <p:nvPr/>
        </p:nvSpPr>
        <p:spPr>
          <a:xfrm>
            <a:off x="-603" y="0"/>
            <a:ext cx="12193203" cy="6858000"/>
          </a:xfrm>
          <a:prstGeom prst="rect">
            <a:avLst/>
          </a:prstGeom>
          <a:gradFill>
            <a:gsLst>
              <a:gs pos="0">
                <a:srgbClr val="F2F2F2"/>
              </a:gs>
              <a:gs pos="100000">
                <a:srgbClr val="FFFFFF"/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SA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90B31314-E1D7-6B44-8129-DB87D7C064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3254404"/>
            <a:ext cx="4196282" cy="360359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E0B94E25-39DB-67E4-5BD7-4972CA357F13}"/>
              </a:ext>
            </a:extLst>
          </p:cNvPr>
          <p:cNvSpPr txBox="1"/>
          <p:nvPr/>
        </p:nvSpPr>
        <p:spPr>
          <a:xfrm>
            <a:off x="371475" y="6410328"/>
            <a:ext cx="145874" cy="15388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31F31BA-D121-45DB-8756-98FF69939118}" type="slidenum">
              <a:t>‹#›</a:t>
            </a:fld>
            <a:endParaRPr lang="en-US" sz="1200" b="0" i="0" u="none" strike="noStrike" kern="1200" cap="none" spc="0" baseline="0">
              <a:solidFill>
                <a:srgbClr val="0E2547"/>
              </a:solidFill>
              <a:uFillTx/>
              <a:latin typeface="Somar" pitchFamily="2"/>
              <a:cs typeface="Somar" pitchFamily="2"/>
            </a:endParaRPr>
          </a:p>
        </p:txBody>
      </p:sp>
      <p:pic>
        <p:nvPicPr>
          <p:cNvPr id="5" name="Graphic 5">
            <a:extLst>
              <a:ext uri="{FF2B5EF4-FFF2-40B4-BE49-F238E27FC236}">
                <a16:creationId xmlns:a16="http://schemas.microsoft.com/office/drawing/2014/main" id="{A5204B0C-A526-86C0-C969-6B3C1A4285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71475" y="368494"/>
            <a:ext cx="477682" cy="56840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521DAD8-8364-703A-94B0-6ABBC4E5906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883225" y="428277"/>
            <a:ext cx="9967654" cy="448842"/>
          </a:xfrm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lang="ar-SA" kern="0">
                <a:solidFill>
                  <a:srgbClr val="102C57"/>
                </a:solidFill>
                <a:latin typeface="Somar Medium" pitchFamily="2"/>
                <a:ea typeface="Somar Bold"/>
                <a:cs typeface="Somar Medium" pitchFamily="2"/>
              </a:defRPr>
            </a:lvl1pPr>
          </a:lstStyle>
          <a:p>
            <a:pPr lvl="0"/>
            <a:r>
              <a:rPr lang="ar-SA"/>
              <a:t>انقر لإضافة النص هنا</a:t>
            </a:r>
            <a:endParaRPr lang="en-US"/>
          </a:p>
        </p:txBody>
      </p:sp>
      <p:sp>
        <p:nvSpPr>
          <p:cNvPr id="7" name="fcSlideMaster.Grey ARA BGFooter" descr="Public | عام">
            <a:extLst>
              <a:ext uri="{FF2B5EF4-FFF2-40B4-BE49-F238E27FC236}">
                <a16:creationId xmlns:a16="http://schemas.microsoft.com/office/drawing/2014/main" id="{A50F2536-6EE7-4D0B-CB12-4AB4846F4A0B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91420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 ARA B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>
            <a:extLst>
              <a:ext uri="{FF2B5EF4-FFF2-40B4-BE49-F238E27FC236}">
                <a16:creationId xmlns:a16="http://schemas.microsoft.com/office/drawing/2014/main" id="{C7D5172B-27B1-6EB6-9457-153669FF8E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3254404"/>
            <a:ext cx="4196282" cy="360359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Graphic 5">
            <a:extLst>
              <a:ext uri="{FF2B5EF4-FFF2-40B4-BE49-F238E27FC236}">
                <a16:creationId xmlns:a16="http://schemas.microsoft.com/office/drawing/2014/main" id="{D3F798B8-A1B0-F3A5-31A7-0DE2625D5E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71475" y="368494"/>
            <a:ext cx="477682" cy="56840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863EC833-F3BF-2F5C-4D19-7E57BDA35C9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883225" y="428277"/>
            <a:ext cx="9967654" cy="448842"/>
          </a:xfrm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lang="ar-SA" kern="0">
                <a:solidFill>
                  <a:srgbClr val="102C57"/>
                </a:solidFill>
                <a:latin typeface="Somar Medium" pitchFamily="2"/>
                <a:ea typeface="Somar Bold"/>
                <a:cs typeface="Somar Medium" pitchFamily="2"/>
              </a:defRPr>
            </a:lvl1pPr>
          </a:lstStyle>
          <a:p>
            <a:pPr lvl="0"/>
            <a:r>
              <a:rPr lang="ar-SA"/>
              <a:t>انقر لإضافة النص هنا</a:t>
            </a:r>
            <a:endParaRPr lang="en-US"/>
          </a:p>
        </p:txBody>
      </p:sp>
      <p:sp>
        <p:nvSpPr>
          <p:cNvPr id="5" name="fcSlideMaster.White ARA BGFooter" descr="Public | عام">
            <a:extLst>
              <a:ext uri="{FF2B5EF4-FFF2-40B4-BE49-F238E27FC236}">
                <a16:creationId xmlns:a16="http://schemas.microsoft.com/office/drawing/2014/main" id="{0B94EF71-755E-5C20-946B-3ADD5D62EA95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37606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B84A45-07E3-B9FF-7765-07D6DB6E4F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-1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74F14C-6F22-C928-8D07-2CFB9823F7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EDBD2D-72CB-A8B4-C846-9AC01FB8BE9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15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88B4D7-C93E-BB3C-B6CF-C90F1258A72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0" y="3258000"/>
            <a:ext cx="4196281" cy="3603600"/>
          </a:xfrm>
          <a:prstGeom prst="rect">
            <a:avLst/>
          </a:prstGeom>
        </p:spPr>
      </p:pic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A9E164E1-63F7-208C-177D-C3E2A64F37D3}"/>
              </a:ext>
            </a:extLst>
          </p:cNvPr>
          <p:cNvSpPr/>
          <p:nvPr userDrawn="1"/>
        </p:nvSpPr>
        <p:spPr>
          <a:xfrm>
            <a:off x="2635743" y="2904735"/>
            <a:ext cx="7826959" cy="1372091"/>
          </a:xfrm>
          <a:prstGeom prst="round1Rect">
            <a:avLst/>
          </a:prstGeom>
          <a:gradFill>
            <a:gsLst>
              <a:gs pos="0">
                <a:srgbClr val="34A0A4">
                  <a:alpha val="0"/>
                </a:srgbClr>
              </a:gs>
              <a:gs pos="100000">
                <a:srgbClr val="34A0A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624AB789-D394-BF72-7BD7-0545D5526642}"/>
              </a:ext>
            </a:extLst>
          </p:cNvPr>
          <p:cNvSpPr/>
          <p:nvPr userDrawn="1"/>
        </p:nvSpPr>
        <p:spPr>
          <a:xfrm>
            <a:off x="4478386" y="4213003"/>
            <a:ext cx="5984316" cy="63823"/>
          </a:xfrm>
          <a:custGeom>
            <a:avLst/>
            <a:gdLst>
              <a:gd name="connsiteX0" fmla="*/ 4404271 w 4932844"/>
              <a:gd name="connsiteY0" fmla="*/ 0 h 52609"/>
              <a:gd name="connsiteX1" fmla="*/ 4351528 w 4932844"/>
              <a:gd name="connsiteY1" fmla="*/ 38003 h 52609"/>
              <a:gd name="connsiteX2" fmla="*/ 0 w 4932844"/>
              <a:gd name="connsiteY2" fmla="*/ 38003 h 52609"/>
              <a:gd name="connsiteX3" fmla="*/ 0 w 4932844"/>
              <a:gd name="connsiteY3" fmla="*/ 52609 h 52609"/>
              <a:gd name="connsiteX4" fmla="*/ 4932844 w 4932844"/>
              <a:gd name="connsiteY4" fmla="*/ 52609 h 52609"/>
              <a:gd name="connsiteX5" fmla="*/ 4932844 w 4932844"/>
              <a:gd name="connsiteY5" fmla="*/ 0 h 52609"/>
              <a:gd name="connsiteX6" fmla="*/ 4404271 w 4932844"/>
              <a:gd name="connsiteY6" fmla="*/ 0 h 52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32844" h="52609">
                <a:moveTo>
                  <a:pt x="4404271" y="0"/>
                </a:moveTo>
                <a:lnTo>
                  <a:pt x="4351528" y="38003"/>
                </a:lnTo>
                <a:lnTo>
                  <a:pt x="0" y="38003"/>
                </a:lnTo>
                <a:lnTo>
                  <a:pt x="0" y="52609"/>
                </a:lnTo>
                <a:lnTo>
                  <a:pt x="4932844" y="52609"/>
                </a:lnTo>
                <a:lnTo>
                  <a:pt x="4932844" y="0"/>
                </a:lnTo>
                <a:lnTo>
                  <a:pt x="4404271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50000">
                <a:schemeClr val="bg1"/>
              </a:gs>
              <a:gs pos="100000">
                <a:schemeClr val="bg1"/>
              </a:gs>
            </a:gsLst>
            <a:lin ang="0" scaled="1"/>
          </a:gradFill>
          <a:ln w="6316" cap="flat">
            <a:noFill/>
            <a:prstDash val="solid"/>
            <a:miter/>
          </a:ln>
        </p:spPr>
        <p:txBody>
          <a:bodyPr rtlCol="0" anchor="ctr"/>
          <a:lstStyle/>
          <a:p>
            <a:endParaRPr lang="en-SA"/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A6BC0DA8-5089-8FCD-E4D0-5C2642DCFB04}"/>
              </a:ext>
            </a:extLst>
          </p:cNvPr>
          <p:cNvSpPr txBox="1"/>
          <p:nvPr userDrawn="1"/>
        </p:nvSpPr>
        <p:spPr>
          <a:xfrm>
            <a:off x="371475" y="6410325"/>
            <a:ext cx="14587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fld id="{3A8E9D07-11A8-0B47-B9A7-9A8D08C5640F}" type="slidenum">
              <a:rPr lang="en-SA" sz="1000" smtClean="0">
                <a:solidFill>
                  <a:schemeClr val="bg1">
                    <a:lumMod val="85000"/>
                  </a:schemeClr>
                </a:solidFill>
                <a:latin typeface="Somar" pitchFamily="2" charset="-78"/>
                <a:cs typeface="Somar" pitchFamily="2" charset="-78"/>
              </a:rPr>
              <a:t>‹#›</a:t>
            </a:fld>
            <a:endParaRPr lang="en-SA" sz="1200" dirty="0">
              <a:solidFill>
                <a:schemeClr val="bg1">
                  <a:lumMod val="85000"/>
                </a:schemeClr>
              </a:solidFill>
              <a:latin typeface="Somar" pitchFamily="2" charset="-78"/>
              <a:cs typeface="Somar" pitchFamily="2" charset="-78"/>
            </a:endParaRPr>
          </a:p>
        </p:txBody>
      </p:sp>
      <p:pic>
        <p:nvPicPr>
          <p:cNvPr id="9" name="Graphic 5">
            <a:extLst>
              <a:ext uri="{FF2B5EF4-FFF2-40B4-BE49-F238E27FC236}">
                <a16:creationId xmlns:a16="http://schemas.microsoft.com/office/drawing/2014/main" id="{3F19223C-6465-723F-A8D3-74E8C70B7B5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71475" y="368494"/>
            <a:ext cx="477687" cy="568412"/>
          </a:xfrm>
          <a:prstGeom prst="rect">
            <a:avLst/>
          </a:prstGeom>
        </p:spPr>
      </p:pic>
      <p:sp>
        <p:nvSpPr>
          <p:cNvPr id="10" name="fcSlideMaster.1_Divider 3Footer" descr="Public | عام">
            <a:extLst>
              <a:ext uri="{FF2B5EF4-FFF2-40B4-BE49-F238E27FC236}">
                <a16:creationId xmlns:a16="http://schemas.microsoft.com/office/drawing/2014/main" id="{6267C6EE-3FB2-4296-151A-B8BFA21041A9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139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69B7C9-00D0-0B5C-6ABD-15ABAC06B4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858C2-213D-8526-D6AA-E316C85E6F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6A6AA-C725-6373-3A6A-286B75F38777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CC13BF0B-0B68-4B94-83A7-6C527D2B1CB2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BD2C6-3E81-6F29-3A6E-CD5D09CB8559}"/>
              </a:ext>
            </a:extLst>
          </p:cNvPr>
          <p:cNvSpPr txBox="1"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0" y="6356351"/>
            <a:ext cx="121920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800" b="0" i="0" u="none" strike="noStrike" kern="1200" cap="none" spc="0" baseline="0">
                <a:solidFill>
                  <a:srgbClr val="AEC90B"/>
                </a:solidFill>
                <a:uFillTx/>
                <a:latin typeface="Segoe UI" pitchFamily="34"/>
              </a:defRPr>
            </a:lvl1pPr>
          </a:lstStyle>
          <a:p>
            <a:r>
              <a:rPr lang="en-US"/>
              <a:t>Public | </a:t>
            </a:r>
            <a:r>
              <a:rPr lang="ar-SA"/>
              <a:t>عام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F62D5-6850-47C8-17D0-65FCEB2BD0D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2110A7CF-1002-4021-AB19-4341629D972C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4" r:id="rId15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10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FBE1511F-A1A9-8221-85E5-D75E707A680C}"/>
              </a:ext>
            </a:extLst>
          </p:cNvPr>
          <p:cNvSpPr/>
          <p:nvPr/>
        </p:nvSpPr>
        <p:spPr>
          <a:xfrm>
            <a:off x="6445770" y="3944904"/>
            <a:ext cx="4932840" cy="52605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932844"/>
              <a:gd name="f7" fmla="val 52609"/>
              <a:gd name="f8" fmla="val 4404271"/>
              <a:gd name="f9" fmla="val 4351528"/>
              <a:gd name="f10" fmla="val 38003"/>
              <a:gd name="f11" fmla="+- 0 0 -90"/>
              <a:gd name="f12" fmla="*/ f3 1 4932844"/>
              <a:gd name="f13" fmla="*/ f4 1 52609"/>
              <a:gd name="f14" fmla="+- f7 0 f5"/>
              <a:gd name="f15" fmla="+- f6 0 f5"/>
              <a:gd name="f16" fmla="*/ f11 f0 1"/>
              <a:gd name="f17" fmla="*/ f15 1 4932844"/>
              <a:gd name="f18" fmla="*/ f14 1 52609"/>
              <a:gd name="f19" fmla="*/ 4404271 f15 1"/>
              <a:gd name="f20" fmla="*/ 0 f14 1"/>
              <a:gd name="f21" fmla="*/ 4351528 f15 1"/>
              <a:gd name="f22" fmla="*/ 38003 f14 1"/>
              <a:gd name="f23" fmla="*/ 0 f15 1"/>
              <a:gd name="f24" fmla="*/ 52609 f14 1"/>
              <a:gd name="f25" fmla="*/ 4932844 f15 1"/>
              <a:gd name="f26" fmla="*/ f16 1 f2"/>
              <a:gd name="f27" fmla="*/ f19 1 4932844"/>
              <a:gd name="f28" fmla="*/ f20 1 52609"/>
              <a:gd name="f29" fmla="*/ f21 1 4932844"/>
              <a:gd name="f30" fmla="*/ f22 1 52609"/>
              <a:gd name="f31" fmla="*/ f23 1 4932844"/>
              <a:gd name="f32" fmla="*/ f24 1 52609"/>
              <a:gd name="f33" fmla="*/ f25 1 4932844"/>
              <a:gd name="f34" fmla="*/ f5 1 f17"/>
              <a:gd name="f35" fmla="*/ f6 1 f17"/>
              <a:gd name="f36" fmla="*/ f5 1 f18"/>
              <a:gd name="f37" fmla="*/ f7 1 f18"/>
              <a:gd name="f38" fmla="+- f26 0 f1"/>
              <a:gd name="f39" fmla="*/ f27 1 f17"/>
              <a:gd name="f40" fmla="*/ f28 1 f18"/>
              <a:gd name="f41" fmla="*/ f29 1 f17"/>
              <a:gd name="f42" fmla="*/ f30 1 f18"/>
              <a:gd name="f43" fmla="*/ f31 1 f17"/>
              <a:gd name="f44" fmla="*/ f32 1 f18"/>
              <a:gd name="f45" fmla="*/ f33 1 f17"/>
              <a:gd name="f46" fmla="*/ f34 f12 1"/>
              <a:gd name="f47" fmla="*/ f35 f12 1"/>
              <a:gd name="f48" fmla="*/ f37 f13 1"/>
              <a:gd name="f49" fmla="*/ f36 f13 1"/>
              <a:gd name="f50" fmla="*/ f39 f12 1"/>
              <a:gd name="f51" fmla="*/ f40 f13 1"/>
              <a:gd name="f52" fmla="*/ f41 f12 1"/>
              <a:gd name="f53" fmla="*/ f42 f13 1"/>
              <a:gd name="f54" fmla="*/ f43 f12 1"/>
              <a:gd name="f55" fmla="*/ f44 f13 1"/>
              <a:gd name="f56" fmla="*/ f45 f1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8">
                <a:pos x="f50" y="f51"/>
              </a:cxn>
              <a:cxn ang="f38">
                <a:pos x="f52" y="f53"/>
              </a:cxn>
              <a:cxn ang="f38">
                <a:pos x="f54" y="f53"/>
              </a:cxn>
              <a:cxn ang="f38">
                <a:pos x="f54" y="f55"/>
              </a:cxn>
              <a:cxn ang="f38">
                <a:pos x="f56" y="f55"/>
              </a:cxn>
              <a:cxn ang="f38">
                <a:pos x="f56" y="f51"/>
              </a:cxn>
              <a:cxn ang="f38">
                <a:pos x="f50" y="f51"/>
              </a:cxn>
            </a:cxnLst>
            <a:rect l="f46" t="f49" r="f47" b="f48"/>
            <a:pathLst>
              <a:path w="4932844" h="52609">
                <a:moveTo>
                  <a:pt x="f8" y="f5"/>
                </a:moveTo>
                <a:lnTo>
                  <a:pt x="f9" y="f10"/>
                </a:lnTo>
                <a:lnTo>
                  <a:pt x="f5" y="f10"/>
                </a:lnTo>
                <a:lnTo>
                  <a:pt x="f5" y="f7"/>
                </a:lnTo>
                <a:lnTo>
                  <a:pt x="f6" y="f7"/>
                </a:lnTo>
                <a:lnTo>
                  <a:pt x="f6" y="f5"/>
                </a:lnTo>
                <a:lnTo>
                  <a:pt x="f8" y="f5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A0D8F1">
                  <a:alpha val="49804"/>
                </a:srgbClr>
              </a:gs>
            </a:gsLst>
            <a:lin ang="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SA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BJPseudoFooter">
            <a:extLst>
              <a:ext uri="{FF2B5EF4-FFF2-40B4-BE49-F238E27FC236}">
                <a16:creationId xmlns:a16="http://schemas.microsoft.com/office/drawing/2014/main" id="{05CAE4F8-B746-4BA0-8F65-2E54D936B15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768025" y="6642556"/>
            <a:ext cx="655949" cy="21544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800">
                <a:solidFill>
                  <a:srgbClr val="AEC90B"/>
                </a:solidFill>
                <a:latin typeface="Segoe UI" panose="020B0502040204020203" pitchFamily="34" charset="0"/>
              </a:rPr>
              <a:t>Public | </a:t>
            </a:r>
            <a:r>
              <a:rPr lang="ar-SA" sz="800">
                <a:solidFill>
                  <a:srgbClr val="AEC90B"/>
                </a:solidFill>
                <a:latin typeface="Segoe UI" panose="020B0502040204020203" pitchFamily="34" charset="0"/>
              </a:rPr>
              <a:t>عام</a:t>
            </a:r>
            <a:endParaRPr lang="en-US" sz="800">
              <a:solidFill>
                <a:srgbClr val="AEC90B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JPseudoFooter">
            <a:extLst>
              <a:ext uri="{FF2B5EF4-FFF2-40B4-BE49-F238E27FC236}">
                <a16:creationId xmlns:a16="http://schemas.microsoft.com/office/drawing/2014/main" id="{FE56F3B0-6A4A-49B9-BAE8-1177DE7E5C5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768025" y="6642556"/>
            <a:ext cx="655949" cy="21544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800">
                <a:solidFill>
                  <a:srgbClr val="AEC90B"/>
                </a:solidFill>
                <a:latin typeface="Segoe UI" panose="020B0502040204020203" pitchFamily="34" charset="0"/>
              </a:rPr>
              <a:t>Public | </a:t>
            </a:r>
            <a:r>
              <a:rPr lang="ar-SA" sz="800">
                <a:solidFill>
                  <a:srgbClr val="AEC90B"/>
                </a:solidFill>
                <a:latin typeface="Segoe UI" panose="020B0502040204020203" pitchFamily="34" charset="0"/>
              </a:rPr>
              <a:t>عام</a:t>
            </a:r>
            <a:endParaRPr lang="en-US" sz="800">
              <a:solidFill>
                <a:srgbClr val="AEC90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476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687C9-EA54-ACD5-DF95-8353CC90D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262317A5-F47F-A2C7-E12A-B4192010211F}"/>
              </a:ext>
            </a:extLst>
          </p:cNvPr>
          <p:cNvSpPr/>
          <p:nvPr/>
        </p:nvSpPr>
        <p:spPr>
          <a:xfrm>
            <a:off x="5306641" y="1060921"/>
            <a:ext cx="6513884" cy="52609"/>
          </a:xfrm>
          <a:custGeom>
            <a:avLst/>
            <a:gdLst>
              <a:gd name="connsiteX0" fmla="*/ 5985311 w 6513884"/>
              <a:gd name="connsiteY0" fmla="*/ 0 h 52609"/>
              <a:gd name="connsiteX1" fmla="*/ 5932568 w 6513884"/>
              <a:gd name="connsiteY1" fmla="*/ 38003 h 52609"/>
              <a:gd name="connsiteX2" fmla="*/ 0 w 6513884"/>
              <a:gd name="connsiteY2" fmla="*/ 38003 h 52609"/>
              <a:gd name="connsiteX3" fmla="*/ 0 w 6513884"/>
              <a:gd name="connsiteY3" fmla="*/ 52609 h 52609"/>
              <a:gd name="connsiteX4" fmla="*/ 6513884 w 6513884"/>
              <a:gd name="connsiteY4" fmla="*/ 52609 h 52609"/>
              <a:gd name="connsiteX5" fmla="*/ 6513884 w 6513884"/>
              <a:gd name="connsiteY5" fmla="*/ 0 h 52609"/>
              <a:gd name="connsiteX6" fmla="*/ 5985311 w 6513884"/>
              <a:gd name="connsiteY6" fmla="*/ 0 h 52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13884" h="52609">
                <a:moveTo>
                  <a:pt x="5985311" y="0"/>
                </a:moveTo>
                <a:lnTo>
                  <a:pt x="5932568" y="38003"/>
                </a:lnTo>
                <a:lnTo>
                  <a:pt x="0" y="38003"/>
                </a:lnTo>
                <a:lnTo>
                  <a:pt x="0" y="52609"/>
                </a:lnTo>
                <a:lnTo>
                  <a:pt x="6513884" y="52609"/>
                </a:lnTo>
                <a:lnTo>
                  <a:pt x="6513884" y="0"/>
                </a:lnTo>
                <a:lnTo>
                  <a:pt x="5985311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50000">
                <a:srgbClr val="A0D8F1">
                  <a:alpha val="49804"/>
                </a:srgbClr>
              </a:gs>
              <a:gs pos="100000">
                <a:srgbClr val="41B1E4"/>
              </a:gs>
            </a:gsLst>
            <a:lin ang="0" scaled="1"/>
          </a:gradFill>
          <a:ln w="6316" cap="flat">
            <a:noFill/>
            <a:prstDash val="solid"/>
            <a:miter/>
          </a:ln>
        </p:spPr>
        <p:txBody>
          <a:bodyPr rtlCol="0" anchor="ctr"/>
          <a:lstStyle/>
          <a:p>
            <a:pPr marL="0" algn="r" defTabSz="914400" rtl="1" eaLnBrk="1" latinLnBrk="0" hangingPunct="1"/>
            <a:endParaRPr lang="en-SA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3CF0D33-67DA-E432-5BA2-40DEEE20B468}"/>
              </a:ext>
            </a:extLst>
          </p:cNvPr>
          <p:cNvSpPr txBox="1"/>
          <p:nvPr/>
        </p:nvSpPr>
        <p:spPr>
          <a:xfrm>
            <a:off x="3740727" y="-4868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SA" dirty="0"/>
          </a:p>
        </p:txBody>
      </p:sp>
      <p:sp>
        <p:nvSpPr>
          <p:cNvPr id="27" name="BJPseudoFooter">
            <a:extLst>
              <a:ext uri="{FF2B5EF4-FFF2-40B4-BE49-F238E27FC236}">
                <a16:creationId xmlns:a16="http://schemas.microsoft.com/office/drawing/2014/main" id="{B60E2786-28C9-4006-AF67-93C75258A10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768025" y="6642556"/>
            <a:ext cx="655949" cy="21544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800">
                <a:solidFill>
                  <a:srgbClr val="AEC90B"/>
                </a:solidFill>
                <a:latin typeface="Segoe UI" panose="020B0502040204020203" pitchFamily="34" charset="0"/>
              </a:rPr>
              <a:t>Public | </a:t>
            </a:r>
            <a:r>
              <a:rPr lang="ar-SA" sz="800">
                <a:solidFill>
                  <a:srgbClr val="AEC90B"/>
                </a:solidFill>
                <a:latin typeface="Segoe UI" panose="020B0502040204020203" pitchFamily="34" charset="0"/>
              </a:rPr>
              <a:t>عام</a:t>
            </a:r>
            <a:endParaRPr lang="en-US" sz="800">
              <a:solidFill>
                <a:srgbClr val="AEC90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565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4F8514A-3A87-CE50-AA3B-4C8EC4E0A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0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7">
            <a:extLst>
              <a:ext uri="{FF2B5EF4-FFF2-40B4-BE49-F238E27FC236}">
                <a16:creationId xmlns:a16="http://schemas.microsoft.com/office/drawing/2014/main" id="{8A5CF543-0438-9AD0-0CB2-01790C47434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</a:blip>
          <a:srcRect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1">
            <a:extLst>
              <a:ext uri="{FF2B5EF4-FFF2-40B4-BE49-F238E27FC236}">
                <a16:creationId xmlns:a16="http://schemas.microsoft.com/office/drawing/2014/main" id="{D8FDC5BE-1801-A129-C942-D53A70AB4972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15000"/>
          </a:blip>
          <a:srcRect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2569F434-45EE-FFA8-95E2-FDBD41F99651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>
            <a:off x="0" y="3257998"/>
            <a:ext cx="4196282" cy="360359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Graphic 4">
            <a:extLst>
              <a:ext uri="{FF2B5EF4-FFF2-40B4-BE49-F238E27FC236}">
                <a16:creationId xmlns:a16="http://schemas.microsoft.com/office/drawing/2014/main" id="{33276D8F-7A08-CAC3-29AA-1FAD3DB349F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373879" y="5730096"/>
            <a:ext cx="1228066" cy="75960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B74211DB-A950-E00B-6E68-46E6C52EE9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78765" y="368302"/>
            <a:ext cx="2642396" cy="57802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Footer Placeholder 11">
            <a:extLst>
              <a:ext uri="{FF2B5EF4-FFF2-40B4-BE49-F238E27FC236}">
                <a16:creationId xmlns:a16="http://schemas.microsoft.com/office/drawing/2014/main" id="{B786F5BB-6F5A-6973-6121-72C9682B3AB7}"/>
              </a:ext>
            </a:extLst>
          </p:cNvPr>
          <p:cNvSpPr txBox="1"/>
          <p:nvPr/>
        </p:nvSpPr>
        <p:spPr>
          <a:xfrm>
            <a:off x="0" y="6356351"/>
            <a:ext cx="12191996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1200" cap="none" spc="0" baseline="0">
                <a:solidFill>
                  <a:srgbClr val="AEC90B"/>
                </a:solidFill>
                <a:uFillTx/>
                <a:latin typeface="Segoe UI" pitchFamily="34"/>
              </a:rPr>
              <a:t>Public | </a:t>
            </a:r>
            <a:r>
              <a:rPr lang="ar-SA" sz="800" b="0" i="0" u="none" strike="noStrike" kern="1200" cap="none" spc="0" baseline="0">
                <a:solidFill>
                  <a:srgbClr val="AEC90B"/>
                </a:solidFill>
                <a:uFillTx/>
                <a:latin typeface="Segoe UI" pitchFamily="34"/>
                <a:cs typeface="Arial" pitchFamily="34"/>
              </a:rPr>
              <a:t>عام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3CC2CC4-D22C-1C33-1753-ED2BFB28BEF7}"/>
              </a:ext>
            </a:extLst>
          </p:cNvPr>
          <p:cNvSpPr txBox="1"/>
          <p:nvPr/>
        </p:nvSpPr>
        <p:spPr>
          <a:xfrm>
            <a:off x="0" y="6356351"/>
            <a:ext cx="12191996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1200" cap="none" spc="0" baseline="0">
                <a:solidFill>
                  <a:srgbClr val="AEC90B"/>
                </a:solidFill>
                <a:uFillTx/>
                <a:latin typeface="Segoe UI" pitchFamily="34"/>
              </a:rPr>
              <a:t>Public | </a:t>
            </a:r>
            <a:r>
              <a:rPr lang="ar-SA" sz="800" b="0" i="0" u="none" strike="noStrike" kern="1200" cap="none" spc="0" baseline="0">
                <a:solidFill>
                  <a:srgbClr val="AEC90B"/>
                </a:solidFill>
                <a:uFillTx/>
                <a:latin typeface="Segoe UI" pitchFamily="34"/>
                <a:cs typeface="Arial" pitchFamily="34"/>
              </a:rPr>
              <a:t>عام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A38BD40-3F23-0E55-CDB8-5727A36E3C62}"/>
              </a:ext>
            </a:extLst>
          </p:cNvPr>
          <p:cNvSpPr txBox="1"/>
          <p:nvPr/>
        </p:nvSpPr>
        <p:spPr>
          <a:xfrm>
            <a:off x="0" y="6356351"/>
            <a:ext cx="12191996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1200" cap="none" spc="0" baseline="0">
                <a:solidFill>
                  <a:srgbClr val="AEC90B"/>
                </a:solidFill>
                <a:uFillTx/>
                <a:latin typeface="Segoe UI" pitchFamily="34"/>
              </a:rPr>
              <a:t>Public | </a:t>
            </a:r>
            <a:r>
              <a:rPr lang="ar-SA" sz="800" b="0" i="0" u="none" strike="noStrike" kern="1200" cap="none" spc="0" baseline="0">
                <a:solidFill>
                  <a:srgbClr val="AEC90B"/>
                </a:solidFill>
                <a:uFillTx/>
                <a:latin typeface="Segoe UI" pitchFamily="34"/>
                <a:cs typeface="Arial" pitchFamily="34"/>
              </a:rPr>
              <a:t>عام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C1E6373-6B96-43D4-A054-EEBA58472C2B}"/>
              </a:ext>
            </a:extLst>
          </p:cNvPr>
          <p:cNvSpPr>
            <a:spLocks noGrp="1"/>
          </p:cNvSpPr>
          <p:nvPr>
            <p:ph type="ftr" sz="quarter" idx="9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Public | </a:t>
            </a:r>
            <a:r>
              <a:rPr lang="ar-SA"/>
              <a:t>عام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TUSGUID" val="e17f6f0b-7fd8-4142-9ebe-b3d8a11c9ca0"/>
  <p:tag name="CLASSIFICATIONSCHEMA" val="Publ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 | عام"/>
  <p:tag name="BJHEADERFOOTERTEXTMARKING" val="Public | عام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 | عام"/>
  <p:tag name="BJHEADERFOOTERTEXTMARKING" val="Public | عام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 | عام"/>
  <p:tag name="BJHEADERFOOTERTEXTMARKING" val="Public | عام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 | عام"/>
  <p:tag name="BJHEADERFOOTERTEXTMARKING" val="Public | عام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 | عام"/>
  <p:tag name="BJHEADERFOOTERTEXTMARKING" val="Public | عام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 | عام"/>
  <p:tag name="BJHEADERFOOTERTEXTMARKING" val="Public | عام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 | عام"/>
  <p:tag name="BJHEADERFOOTERTEXTMARKING" val="Public | عام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 | عام"/>
  <p:tag name="BJHEADERFOOTERTEXTMARKING" val="Public | عام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 | عام"/>
  <p:tag name="BJHEADERFOOTERTEXTMARKING" val="Public | عام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 | عام"/>
  <p:tag name="BJHEADERFOOTERTEXTMARKING" val="Public | عام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titus xmlns="http://schemas.titus.com/TitusProperties/">
  <TitusGUID xmlns="">e17f6f0b-7fd8-4142-9ebe-b3d8a11c9ca0</TitusGUID>
  <TitusMetadata xmlns="">eyJucyI6IlpBVENBIiwicHJvcHMiOlt7Im4iOiJDbGFzc2lmaWNhdGlvblNjaGVtYSIsInZhbHMiOlt7InZhbHVlIjoiUHVibGljIn1dfV19</TitusMetadata>
</titus>
</file>

<file path=customXml/item2.xml><?xml version="1.0" encoding="utf-8"?>
<sisl xmlns:xsd="http://www.w3.org/2001/XMLSchema" xmlns:xsi="http://www.w3.org/2001/XMLSchema-instance" xmlns="http://www.boldonjames.com/2008/01/sie/internal/label" sislVersion="0" policy="b971009d-5b54-40b1-8df3-c6018c02f97a" origin="userSelected">
  <element uid="bcb9b9ad-90b8-4937-a625-ce8b1b2368c9" value=""/>
</sisl>
</file>

<file path=customXml/itemProps1.xml><?xml version="1.0" encoding="utf-8"?>
<ds:datastoreItem xmlns:ds="http://schemas.openxmlformats.org/officeDocument/2006/customXml" ds:itemID="{5DEA7424-18B6-457D-972E-9BB6DB0954E0}">
  <ds:schemaRefs>
    <ds:schemaRef ds:uri="http://schemas.titus.com/TitusProperties/"/>
    <ds:schemaRef ds:uri=""/>
  </ds:schemaRefs>
</ds:datastoreItem>
</file>

<file path=customXml/itemProps2.xml><?xml version="1.0" encoding="utf-8"?>
<ds:datastoreItem xmlns:ds="http://schemas.openxmlformats.org/officeDocument/2006/customXml" ds:itemID="{2EC8C406-5416-4998-B833-C844FEC6D1A1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16596</TotalTime>
  <Words>34</Words>
  <Application>Microsoft Office PowerPoint</Application>
  <PresentationFormat>Widescreen</PresentationFormat>
  <Paragraphs>14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Aptos</vt:lpstr>
      <vt:lpstr>Aptos Display</vt:lpstr>
      <vt:lpstr>Arial</vt:lpstr>
      <vt:lpstr>Microsoft Sans Serif</vt:lpstr>
      <vt:lpstr>Segoe UI</vt:lpstr>
      <vt:lpstr>Somar</vt:lpstr>
      <vt:lpstr>Somar Bold</vt:lpstr>
      <vt:lpstr>Somar Medium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Mashael M. Alshlash</dc:creator>
  <cp:lastModifiedBy>Ahmed R. Alzahrani</cp:lastModifiedBy>
  <cp:revision>117</cp:revision>
  <dcterms:created xsi:type="dcterms:W3CDTF">2025-10-09T06:57:36Z</dcterms:created>
  <dcterms:modified xsi:type="dcterms:W3CDTF">2026-01-20T12:48:49Z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bccbd4b1-47e1-42c8-a93b-d753df185599</vt:lpwstr>
  </property>
  <property fmtid="{D5CDD505-2E9C-101B-9397-08002B2CF9AE}" pid="3" name="bjClsUserRVM">
    <vt:lpwstr>[]</vt:lpwstr>
  </property>
  <property fmtid="{D5CDD505-2E9C-101B-9397-08002B2CF9AE}" pid="4" name="bjSaver">
    <vt:lpwstr>EhgVdfOV9kDWvu/FwyrCySxll4shKvj+</vt:lpwstr>
  </property>
  <property fmtid="{D5CDD505-2E9C-101B-9397-08002B2CF9AE}" pid="5" name="bjDocumentLabelXML">
    <vt:lpwstr>&lt;?xml version="1.0" encoding="us-ascii"?&gt;&lt;sisl xmlns:xsd="http://www.w3.org/2001/XMLSchema" xmlns:xsi="http://www.w3.org/2001/XMLSchema-instance" sislVersion="0" policy="b971009d-5b54-40b1-8df3-c6018c02f97a" origin="userSelected" xmlns="http://www.boldonj</vt:lpwstr>
  </property>
  <property fmtid="{D5CDD505-2E9C-101B-9397-08002B2CF9AE}" pid="6" name="bjDocumentLabelXML-0">
    <vt:lpwstr>ames.com/2008/01/sie/internal/label"&gt;&lt;element uid="bcb9b9ad-90b8-4937-a625-ce8b1b2368c9" value="" /&gt;&lt;/sisl&gt;</vt:lpwstr>
  </property>
  <property fmtid="{D5CDD505-2E9C-101B-9397-08002B2CF9AE}" pid="7" name="bjDocumentSecurityLabel">
    <vt:lpwstr>Public | عام </vt:lpwstr>
  </property>
  <property fmtid="{D5CDD505-2E9C-101B-9397-08002B2CF9AE}" pid="8" name="bjSlideMasterFooterText">
    <vt:lpwstr>Public | عام</vt:lpwstr>
  </property>
  <property fmtid="{D5CDD505-2E9C-101B-9397-08002B2CF9AE}" pid="9" name="bjpmDocIH">
    <vt:lpwstr>Y8y70RcSegQwQMt6kihZRS6wTWjHqdQS</vt:lpwstr>
  </property>
  <property fmtid="{D5CDD505-2E9C-101B-9397-08002B2CF9AE}" pid="10" name="TitusGUID">
    <vt:lpwstr>e17f6f0b-7fd8-4142-9ebe-b3d8a11c9ca0</vt:lpwstr>
  </property>
  <property fmtid="{D5CDD505-2E9C-101B-9397-08002B2CF9AE}" pid="11" name="ClassificationSchema">
    <vt:lpwstr>Public</vt:lpwstr>
  </property>
</Properties>
</file>